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17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4754880" cy="47548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"/>
            <a:ext cx="2560320" cy="2560320"/>
          </a:xfrm>
          <a:prstGeom prst="ellipse">
            <a:avLst/>
          </a:prstGeom>
          <a:solidFill>
            <a:srgbClr val="C9A24B">
              <a:alpha val="15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CRYPTOGRAPHY THROUGH THE 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Caesar to Vigenère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Evolution of Substitution Ciphers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 → CIPHERTEXT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902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 →  DWWDFN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212CF5-4205-6D1A-C3AE-AD7FF84E09CC}"/>
              </a:ext>
            </a:extLst>
          </p:cNvPr>
          <p:cNvSpPr/>
          <p:nvPr/>
        </p:nvSpPr>
        <p:spPr>
          <a:xfrm>
            <a:off x="4876801" y="4605450"/>
            <a:ext cx="731519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 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Name     :</a:t>
            </a:r>
            <a:r>
              <a:rPr lang="en-IN" sz="2400" dirty="0" err="1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P.S.Surabhi</a:t>
            </a:r>
            <a:r>
              <a:rPr lang="en-IN" sz="240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 Surya    		 Sub Code:CSA5116</a:t>
            </a:r>
          </a:p>
          <a:p>
            <a:r>
              <a:rPr lang="en-IN" sz="240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Reg No   :192421267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6B35D-374D-8F0A-7350-4FD393AD8BB5}"/>
              </a:ext>
            </a:extLst>
          </p:cNvPr>
          <p:cNvSpPr txBox="1"/>
          <p:nvPr/>
        </p:nvSpPr>
        <p:spPr>
          <a:xfrm>
            <a:off x="1053466" y="611862"/>
            <a:ext cx="749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CSA5116-Cryptography And Network Security</a:t>
            </a:r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Caesar Cipher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58 BCE — a shift cipher used by Julius Caesar for military messages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How it works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Every letter of the plaintext is shifted a fixed number of positions down the alphabet. A shift of 3 turns A into D, B into E, and so on, wrapping at Z.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Weakness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Only 25 possible shifts exist, so the cipher can be broken by hand in minutes through brute force or letter-frequency analysis.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KEY =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807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E F G H I J 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 G H I J K L M 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4343400"/>
            <a:ext cx="5029200" cy="0"/>
          </a:xfrm>
          <a:prstGeom prst="line">
            <a:avLst/>
          </a:prstGeom>
          <a:noFill/>
          <a:ln w="12700">
            <a:solidFill>
              <a:srgbClr val="3E4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864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→  KHOOR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Vigenère Cipher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1553 — Giovan Battista Bellaso's polyalphabetic method, later credited to Blaise de Vigenère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How it works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A repeating keyword selects a different Caesar shift for each letter of the plaintext, so the same letter can encrypt to many different ciphertext letters.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Why it mattered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It defeated simple frequency analysis and stood as “le chiffre indéchiffrable” for roughly three centuries, until Kasiski and Babbage found ways to break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= LEMON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807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E M O N L E M O 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 T A C K A T D A W 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46360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X F O P V E F R N H 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5257800"/>
            <a:ext cx="5029200" cy="0"/>
          </a:xfrm>
          <a:prstGeom prst="line">
            <a:avLst/>
          </a:prstGeom>
          <a:noFill/>
          <a:ln w="12700">
            <a:solidFill>
              <a:srgbClr val="3E4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letter uses its own shift, set by the key letter above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vs. Vigenère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single-alphabet cipher gives way to a multi-alphabet 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Caesar Cipher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828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Vigenère Cipher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088136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06040"/>
            <a:ext cx="10881360" cy="777240"/>
          </a:xfrm>
          <a:prstGeom prst="rect">
            <a:avLst/>
          </a:prstGeom>
          <a:solidFill>
            <a:srgbClr val="EDE8D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Alphabets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fixed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shifts, cycled by keyword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possible keys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3383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raised to key length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881360" cy="777240"/>
          </a:xfrm>
          <a:prstGeom prst="rect">
            <a:avLst/>
          </a:prstGeom>
          <a:solidFill>
            <a:srgbClr val="EDE8D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it instantly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160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Resists it directly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Historically broken by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Trivial by hand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937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Kasiski examination, 1863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1828800"/>
            <a:ext cx="10881360" cy="777240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from Caesar to Vigenère traces cryptography's core arms race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grows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Single-shift substitution evolved into multi-alphabet substitution to resist new attacks.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analysis drove change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Caesar-style ciphers fell to letter statistics, the field had to hide those statistics.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repeats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617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stronger cipher invites a stronger attack — the same cycle that shaped modern encryption.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10607040" cy="0"/>
          </a:xfrm>
          <a:prstGeom prst="line">
            <a:avLst/>
          </a:prstGeom>
          <a:noFill/>
          <a:ln w="12700">
            <a:solidFill>
              <a:srgbClr val="3E4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 ciphers laid the groundwork for the polyalphabetic and machine ciphers that followed — from Vigenère's table to the Enigma.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452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Subhiksha P.S.</cp:lastModifiedBy>
  <cp:revision>2</cp:revision>
  <dcterms:created xsi:type="dcterms:W3CDTF">2026-07-20T05:23:53Z</dcterms:created>
  <dcterms:modified xsi:type="dcterms:W3CDTF">2026-07-20T05:40:53Z</dcterms:modified>
</cp:coreProperties>
</file>